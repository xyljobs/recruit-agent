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开场：招聘的瓶颈不在找不到人，而在判断太慢、太累、不敢留痕。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闭环七要素：用户输入/任务理解/流程编排/知识工具调用/结果交付/异常处理/效果验证，全部覆盖。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 Ask：初赛验证可运行/可演示/可复制；决赛引入真实 HR 试用。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无界应用 | Boundless Agents · 初赛方案 · 2026-08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智聘Agent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面向工业制造人才供应链的 AI 招聘决策智能体系统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24505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负责证据与排序，人类保留决策权。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52360" y="1143000"/>
            <a:ext cx="1051560" cy="1051560"/>
          </a:xfrm>
          <a:prstGeom prst="oval">
            <a:avLst/>
          </a:prstGeom>
          <a:solidFill>
            <a:srgbClr val="F77F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5766" y="1416406"/>
            <a:ext cx="504749" cy="5047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847088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1" name="Text 8"/>
          <p:cNvSpPr/>
          <p:nvPr/>
        </p:nvSpPr>
        <p:spPr>
          <a:xfrm>
            <a:off x="1847088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36976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3" name="Text 10"/>
          <p:cNvSpPr/>
          <p:nvPr/>
        </p:nvSpPr>
        <p:spPr>
          <a:xfrm>
            <a:off x="3236976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可复制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26864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5" name="Text 12"/>
          <p:cNvSpPr/>
          <p:nvPr/>
        </p:nvSpPr>
        <p:spPr>
          <a:xfrm>
            <a:off x="4626864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赛道对齐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所选赛题与一句话定位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029200" cy="3200400"/>
          </a:xfrm>
          <a:prstGeom prst="roundedRectangle">
            <a:avLst>
              <a:gd name="adj" fmla="val 2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71600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991" y="15023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AI+工业制造 · 人才供应链细分场景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205740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可私有部署的招聘决策智能体系统：把“JD 解析 → 候选人匹配 → 短名单决策 → 沟通准备 → 结果复盘”做成完整闭环。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目标用户：制造业（整车/零部件/电子装配）与 IT 外包企业的招聘团队；对数据出境与候选人隐私有强合规要求的组织。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四个协作智能体负责证据与排序，人类决策节点保留接受/覆盖/补充理由的最终权力。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0" y="1143000"/>
            <a:ext cx="3017520" cy="3200400"/>
          </a:xfrm>
          <a:prstGeom prst="roundedRectangle">
            <a:avLst>
              <a:gd name="adj" fmla="val 2424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为什么是工业制造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897880" y="1828800"/>
            <a:ext cx="2606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制造业招工潮：产线工程师/技工简历量大、到岗流失率高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 读不懂 PLC / 工业机器人技能栈，依赖车间主任逐份筛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知识库可插拔：同一闭环可复制至任一人力密集行业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注：赛道五方向列举为示例；大赛总纲强调“真实产业场景”，制造+外包即人力密集型真实产业。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场景来源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用户痛点：判断太慢、太累、不敢留痕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4-6h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单岗位人工筛简历耗时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40-50%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关键词匹配有效匹配率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15-20%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群发模板消息响应率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406908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3182112"/>
            <a:ext cx="457200" cy="45720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30098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8016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制造业人才缺口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85800" y="36758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招工潮期简历量大，HR 无法理解 PLC/工业机器人技能栈，只能靠车间主任逐份筛简历。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663440" y="297180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92040" y="3182112"/>
            <a:ext cx="457200" cy="45720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330098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48640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合规风险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892040" y="36758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简历数据散落个人电脑与聊天工具，缺乏授权留痕与撤回机制；公有云 SaaS 不敢用。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痛点数据基于 5 家人力外包公司 HR 访谈测算；实测校准机制（outcomes/calibration）已上线。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核心流程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完整任务闭环：从 JD 到结果复盘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结构化提取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隐含需求识别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975104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157984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24912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2" name="Text 10"/>
          <p:cNvSpPr/>
          <p:nvPr/>
        </p:nvSpPr>
        <p:spPr>
          <a:xfrm>
            <a:off x="2724912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57984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候选人匹配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249424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规则预筛 + LLM 深析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证据/缺失/置信度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75888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858768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77F00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25696" y="1325880"/>
            <a:ext cx="420624" cy="420624"/>
          </a:xfrm>
          <a:prstGeom prst="oval">
            <a:avLst/>
          </a:prstGeom>
          <a:solidFill>
            <a:srgbClr val="14213D"/>
          </a:solidFill>
          <a:ln/>
        </p:spPr>
      </p:sp>
      <p:sp>
        <p:nvSpPr>
          <p:cNvPr id="18" name="Text 16"/>
          <p:cNvSpPr/>
          <p:nvPr/>
        </p:nvSpPr>
        <p:spPr>
          <a:xfrm>
            <a:off x="4425696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58768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短名单决策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950208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 逐条接受/覆盖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理由留痕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76672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559552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59552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沟通准备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650992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本地知识库驱动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77456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60336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827264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27264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260336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结果复盘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351776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真实事件回流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校准评分权重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关键设计：AI 分数只参与排序，不产生决策——自动拒绝、发 Offer、录用均不存在；沟通 brief 仅在人工“已接受”后生成。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能力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智能体拓扑：四个 Agent + 人类决策节点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298448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4081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2344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98448" y="15453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JD 文本 → 需求卡片；LLM 可选，失败自动回退规则提取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194560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304288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1305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 Agent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8448" y="24414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需求卡片+授权候选人 → 证据/置信度；分数只排序不决策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35224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090672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2004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98448" y="30266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 Agent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98448" y="33375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仅人工“已接受”后 → 个性化 brief；话术库增强、禁决策表述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831336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" y="3986784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096512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98448" y="39227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数据工具 Agent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298448" y="423367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自主状态机+租约+重试；浏览器 Worker/写回白名单，不靠 LLM 调度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806440" y="1143000"/>
            <a:ext cx="2880360" cy="1691640"/>
          </a:xfrm>
          <a:prstGeom prst="roundedRectangle">
            <a:avLst>
              <a:gd name="adj" fmla="val 4324"/>
            </a:avLst>
          </a:prstGeom>
          <a:solidFill>
            <a:srgbClr val="F77F00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35040" y="1353312"/>
            <a:ext cx="475488" cy="475488"/>
          </a:xfrm>
          <a:prstGeom prst="oval">
            <a:avLst/>
          </a:prstGeom>
          <a:solidFill>
            <a:srgbClr val="1F305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1463040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629400" y="1371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人类决策节点（HR）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035040" y="19385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 / 覆盖 / 补充理由，逐条留痕；仅“已接受”可进入沟通。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806440" y="3017520"/>
            <a:ext cx="2880360" cy="1691640"/>
          </a:xfrm>
          <a:prstGeom prst="roundedRectangle">
            <a:avLst>
              <a:gd name="adj" fmla="val 4324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218688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4652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执行边界网关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367588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rules_only / private_endpoint / approved_cloud 三档 + 去标识化 + 租户级双重审批。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执行痕迹（状态流转/租约/人工覆盖理由）持久化可审计；逐模块职责/输入输出/决策/工具自证见参赛说明十三章。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/ 数据 / 模型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数据来源清晰，工具与模型可替代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4996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企业自有授权简历库（CSV/JSON 基线导入，入库前加密）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候选人主动授权：记录范围与时间，撤回触发最强清理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部署方自有招聘平台账号：HR 扫码、本地执行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4996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6908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知识与工具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49300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Markdown 知识库分块检索（IT 技能图谱含制造技能组、话术模板库），无外部检索服务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Boss 搜索 / 简历批处理 / ATS 写回 Worker（Python/uv）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钉钉 MCP 可选写回，默认关闭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996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模型使用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32764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默认阿里云百炼 qwen-plus（OpenAI 兼容端点），任意兼容端点可切换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rules_only 档完全不调用模型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多模态：扫描版 PDF 视觉结构化（qwen-vl-max，默认关闭、授权后启用）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 API 披露：调用环节、费用假设、权限范围、可替代性与锁定风险详见 README「第三方依赖与外部服务披露」。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AI 关进制度的笼子：三档执行边界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rules_only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F77F00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默认档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不调用任何模型或知识服务，全部能力由规则引擎承载。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private_endpoint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5643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10"/>
          <p:cNvSpPr/>
          <p:nvPr/>
        </p:nvSpPr>
        <p:spPr>
          <a:xfrm>
            <a:off x="345643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企业档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5643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企业私有 OpenAI 兼容端点，数据不出部署域。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9107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approved_cloud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9107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批准档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经批准的外部端点，仅发送去标识化载荷（无姓名/联系方式/公司/原始简历）。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部署模式只是能力上限：每个租户还须管理员在“数据源”页逐项批准，未批准自动降级为 rules_only。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这不是配置项，而是产品主轴——评委可在 Demo 中亲眼看到审批与降级镜头。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 · 合规 · 可追溯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数据合规与行业边界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447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63624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08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存储加密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7922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姓名/邮箱/电话/公司/职位 AES-256-GCM 加密，HMAC 索引精确查询不暴露明文。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4447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56362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408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候选人权利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77840" y="17922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知情授权、可拒绝自动化匹配、可撤回（最强清理 + 回执）、权利请求处理 API。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7889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5800" y="30449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163824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008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 HR 决策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33924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规避《个人信息保护法》第 24 条自动化决策风险；不做跨企业数据聚合，数据不出域。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27889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92040" y="30449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16382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008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出站治理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77840" y="33924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ATS 写回目标主机精确白名单，为空全拒；第三方依赖许可完整披露（含 PyMuPDF AGPL 边界）。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全文见仓库 docs/数据合规与隐私白皮书.md。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可验证的价值：真实数据 + 运行证据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秩相关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规则评分 vs 资深招聘方三档人工基准（20 份真实授权简历）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强推召回 @10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人工“强推”候选人零漏出前 10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单元/集成测试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含迁移幂等、RLS、决策流程、100 候选人性能包络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一键复现：基准文件随仓库交付，pnpm eval:match 输出 Spearman 与 Top-K 命中率。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运行证据：docs/evidence/ 收录 Boss 搜索任务队列真实状态机日志（脱敏）与质量门禁原始输出。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在线校准：outcomes 记录真实招聘事件，calibration 生成权重校准建议，管理员批准后版本化生效。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看板诚实性：零分母显示“待积累”，不使用平均模型分冒充业务结果。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 / 复用贡献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开源、可复制、工程化交付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69080" cy="3200400"/>
          </a:xfrm>
          <a:prstGeom prst="roundedRectangle">
            <a:avLst>
              <a:gd name="adj" fmla="val 2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173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Apache-2.0 开源，无平台绑定：Next.js + Supabase，官方云或自托管均可。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一键部署：docker compose up --build 起全栈；三条命令初始化演示环境。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质量门禁随仓库：74+ 单测、数据库集成测试、Python Worker 测试、GitHub Actions CI。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知识库可插拔 Markdown：换行业只需换知识库与 seed。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77640" cy="3200400"/>
          </a:xfrm>
          <a:prstGeom prst="roundedRectangle">
            <a:avLst>
              <a:gd name="adj" fmla="val 2286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项目来源披露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前身为团队 2025 年火山杯参赛原型（Coze 起步）。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当前仓库为完全重构：去平台 SDK、自托管架构，新增执行边界治理、决策留痕、复盘校准。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代码全部自研；自初始提交即 Apache-2.0，权利人同为团队，无许可兼容问题。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 含「项目来源与已有基础」「第三方依赖与外部服务披露」专章。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后续落地计划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路线图：从初赛到真实试用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280160" y="2148840"/>
            <a:ext cx="65836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30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6" name="Text 4"/>
          <p:cNvSpPr/>
          <p:nvPr/>
        </p:nvSpPr>
        <p:spPr>
          <a:xfrm>
            <a:off x="17830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初赛 8/16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 + 方案 PPT + Demo 视频 + 真实数据评测报告 + 运行证据包。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033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9/3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 Demo（从零复现包）、数据来源与合规说明、更新版方案（含评测指标）。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4" name="Text 12"/>
          <p:cNvSpPr/>
          <p:nvPr/>
        </p:nvSpPr>
        <p:spPr>
          <a:xfrm>
            <a:off x="72694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 9/22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家真实 HR 团队试用，用实测数据替换访谈测算值；校准回路跑出第一圈完整证据。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长期：招聘决策的“可解释、可留痕、可校准”基础设施，可复制至任一人力密集行业。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负责证据与排序，人类保留决策权。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请评审验证“可运行、可演示、可复制”——仓库、视频、评测全部公开可复现。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3200400"/>
            <a:ext cx="6217920" cy="960120"/>
          </a:xfrm>
          <a:prstGeom prst="roundedRectangle">
            <a:avLst>
              <a:gd name="adj" fmla="val 9524"/>
            </a:avLst>
          </a:prstGeom>
          <a:solidFill>
            <a:srgbClr val="1F3057"/>
          </a:solidFill>
          <a:ln/>
        </p:spPr>
      </p:sp>
      <p:sp>
        <p:nvSpPr>
          <p:cNvPr id="5" name="Text 3"/>
          <p:cNvSpPr/>
          <p:nvPr/>
        </p:nvSpPr>
        <p:spPr>
          <a:xfrm>
            <a:off x="1463040" y="320040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77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 &amp;&amp; pnpm db:migrate &amp;&amp; pnpm seed:demo &amp;&amp; pnpm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63040" y="37033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github.com/xyljobs/recruit-agent · Apache-2.0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智聘Agent · GOAI 无界应用赛道初赛方案</dc:title>
  <dc:subject>PptxGenJS Presentation</dc:subject>
  <dc:creator>智聘Agent 团队</dc:creator>
  <cp:lastModifiedBy>智聘Agent 团队</cp:lastModifiedBy>
  <cp:revision>1</cp:revision>
  <dcterms:created xsi:type="dcterms:W3CDTF">2026-08-08T09:16:27Z</dcterms:created>
  <dcterms:modified xsi:type="dcterms:W3CDTF">2026-08-08T09:16:27Z</dcterms:modified>
</cp:coreProperties>
</file>